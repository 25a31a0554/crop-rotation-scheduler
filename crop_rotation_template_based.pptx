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8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6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5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7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0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4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6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0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44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9420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21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32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92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20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38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Crop Rotation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25A31A0549 - </a:t>
            </a:r>
            <a:r>
              <a:rPr lang="en-IN" sz="2400" dirty="0" err="1"/>
              <a:t>Nandam</a:t>
            </a:r>
            <a:r>
              <a:rPr lang="en-IN" sz="2400" dirty="0"/>
              <a:t> Bala Sai Surya</a:t>
            </a:r>
          </a:p>
          <a:p>
            <a:r>
              <a:rPr lang="en-IN" sz="2400" dirty="0"/>
              <a:t>25A31A0560 - Sathi Siva Charan Reddy</a:t>
            </a:r>
          </a:p>
          <a:p>
            <a:r>
              <a:rPr lang="en-IN" sz="2400" dirty="0"/>
              <a:t>25A31A0540 - </a:t>
            </a:r>
            <a:r>
              <a:rPr lang="en-IN" sz="2400" dirty="0" err="1"/>
              <a:t>Lakkoju</a:t>
            </a:r>
            <a:r>
              <a:rPr lang="en-IN" sz="2400" dirty="0"/>
              <a:t> Pavan Bala Murali</a:t>
            </a:r>
          </a:p>
          <a:p>
            <a:r>
              <a:rPr lang="en-IN" sz="2400" dirty="0"/>
              <a:t>25A31A0526 - Sheik </a:t>
            </a:r>
            <a:r>
              <a:rPr lang="en-IN" sz="2400" dirty="0" err="1"/>
              <a:t>Hamdunisha</a:t>
            </a:r>
            <a:endParaRPr lang="en-IN" sz="2400" dirty="0"/>
          </a:p>
          <a:p>
            <a:r>
              <a:rPr lang="en-IN" sz="2400" dirty="0"/>
              <a:t>25A31A0516 - Mallavarapu Sri Pavitra Devi</a:t>
            </a:r>
          </a:p>
          <a:p>
            <a:r>
              <a:rPr lang="en-IN" sz="2400" dirty="0"/>
              <a:t>Branch &amp; Year - I CSE A</a:t>
            </a:r>
          </a:p>
          <a:p>
            <a:r>
              <a:rPr lang="en-IN" sz="2400" dirty="0"/>
              <a:t>College Name : Pragati Engineering College (A), </a:t>
            </a:r>
            <a:r>
              <a:rPr lang="en-IN" sz="2400" dirty="0" err="1"/>
              <a:t>Surampalem</a:t>
            </a:r>
            <a:r>
              <a:rPr lang="en-IN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To develop a crop rotation scheduling system</a:t>
            </a:r>
          </a:p>
          <a:p>
            <a:r>
              <a:rPr dirty="0"/>
              <a:t>• To improve soil fertility and productivity</a:t>
            </a:r>
          </a:p>
          <a:p>
            <a:r>
              <a:rPr dirty="0"/>
              <a:t>• To reduce pest and disease cycles</a:t>
            </a:r>
          </a:p>
          <a:p>
            <a:r>
              <a:rPr dirty="0"/>
              <a:t>• To assist farmers in planning crops efficiently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Limitations of Existing System:</a:t>
            </a:r>
          </a:p>
          <a:p>
            <a:r>
              <a:rPr dirty="0"/>
              <a:t>• Lack of proper crop planning</a:t>
            </a:r>
          </a:p>
          <a:p>
            <a:r>
              <a:rPr dirty="0"/>
              <a:t>• Soil degradation over time</a:t>
            </a:r>
          </a:p>
          <a:p>
            <a:r>
              <a:rPr dirty="0"/>
              <a:t>• Increased pest and disease issues</a:t>
            </a:r>
          </a:p>
          <a:p>
            <a:endParaRPr dirty="0"/>
          </a:p>
          <a:p>
            <a:r>
              <a:rPr dirty="0"/>
              <a:t>Advantages of Proposed System:</a:t>
            </a:r>
          </a:p>
          <a:p>
            <a:r>
              <a:rPr dirty="0"/>
              <a:t>• Smart crop scheduling</a:t>
            </a:r>
          </a:p>
          <a:p>
            <a:r>
              <a:rPr dirty="0"/>
              <a:t>• Improved soil health</a:t>
            </a:r>
          </a:p>
          <a:p>
            <a:r>
              <a:rPr dirty="0"/>
              <a:t>• Increased yield and sustainability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5024283"/>
          </a:xfrm>
        </p:spPr>
        <p:txBody>
          <a:bodyPr>
            <a:normAutofit/>
          </a:bodyPr>
          <a:lstStyle/>
          <a:p>
            <a:r>
              <a:rPr sz="5400" dirty="0">
                <a:solidFill>
                  <a:schemeClr val="tx2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</TotalTime>
  <Words>127</Words>
  <Application>Microsoft Office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Bookman Old Style</vt:lpstr>
      <vt:lpstr>Rockwell</vt:lpstr>
      <vt:lpstr>Damask</vt:lpstr>
      <vt:lpstr>Crop Rotation Scheduler</vt:lpstr>
      <vt:lpstr>Objective of the Project</vt:lpstr>
      <vt:lpstr>Problem Statement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GOWTHAM</dc:creator>
  <cp:keywords/>
  <dc:description>generated using python-pptx</dc:description>
  <cp:lastModifiedBy>sai gowtham</cp:lastModifiedBy>
  <cp:revision>2</cp:revision>
  <dcterms:created xsi:type="dcterms:W3CDTF">2013-01-27T09:14:16Z</dcterms:created>
  <dcterms:modified xsi:type="dcterms:W3CDTF">2026-04-19T09:49:43Z</dcterms:modified>
  <cp:category/>
</cp:coreProperties>
</file>